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9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1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3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4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8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58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5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0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0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2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D7D0C-7022-4642-BC48-1F28555F531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3DF64-6C8E-417E-8CB0-ED51D7A2A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1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8"/>
          <a:stretch/>
        </p:blipFill>
        <p:spPr>
          <a:xfrm>
            <a:off x="0" y="-36945"/>
            <a:ext cx="12192000" cy="689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50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46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00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92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6"/>
          <a:stretch/>
        </p:blipFill>
        <p:spPr>
          <a:xfrm>
            <a:off x="-1" y="-73892"/>
            <a:ext cx="12192001" cy="693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4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6"/>
          <a:stretch/>
        </p:blipFill>
        <p:spPr>
          <a:xfrm>
            <a:off x="-1" y="-36946"/>
            <a:ext cx="12192001" cy="689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71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6"/>
          <a:stretch/>
        </p:blipFill>
        <p:spPr>
          <a:xfrm>
            <a:off x="-1" y="-36946"/>
            <a:ext cx="12192001" cy="68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4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26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73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2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CITY COMPUTER HYD</dc:creator>
  <cp:lastModifiedBy>CITY COMPUTER HYD</cp:lastModifiedBy>
  <cp:revision>1</cp:revision>
  <dcterms:created xsi:type="dcterms:W3CDTF">2026-06-30T09:01:05Z</dcterms:created>
  <dcterms:modified xsi:type="dcterms:W3CDTF">2026-06-30T09:01:17Z</dcterms:modified>
</cp:coreProperties>
</file>